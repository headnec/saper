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2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3F706C-0AE9-4EF4-AA9B-46F9FBA6D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EB6217-B211-454F-9B1C-F4CD6FC5C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0BF36D-B036-4F47-927A-270E73DD2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C2D2-546C-48FD-A65A-29D035BA977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A79DB7-3F8E-48B2-868C-68D0B3E96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0C39A0-2992-4666-BFDD-E94C737E6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1F07-CD60-4307-BDEE-7F21FA78F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292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493C56-A107-4D2F-B8C4-5B9C05C0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DA501F-87F9-4F3C-8C5B-BCB383B8E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6B6D35-8C11-4FBC-A38F-E693FA3E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C2D2-546C-48FD-A65A-29D035BA977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5A62D3-8E73-450F-87B7-618060EC2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BB5D1C-4584-44FC-9DDC-F19CA28E6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1F07-CD60-4307-BDEE-7F21FA78F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8206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DD7B37-4EAB-491E-AAF8-DD63E7841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E461C5-FD80-4BB4-93B6-09ECB3568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2305FE-82C8-45BC-87F1-89C6C8A9C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C2D2-546C-48FD-A65A-29D035BA977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510AAA-7A60-4DF5-BB12-B95449396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FF263A-6717-4403-AC4E-7E4DF4CAE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1F07-CD60-4307-BDEE-7F21FA78F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2305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33DE08-A130-4027-86C5-7AF826FFC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FF14A6-735B-47C8-8D0F-0BD437920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7FF7B75-160D-40DB-8E59-B9FBD6922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BC0EE4-1AF4-44C4-954C-07EF617C8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C2D2-546C-48FD-A65A-29D035BA977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979F90-6E14-4F2C-9A43-EA8F8142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3943CC-1D9B-4737-992A-34B0F9A95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1F07-CD60-4307-BDEE-7F21FA78F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205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C3AC01-569E-4248-9C8E-8F184EC2E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4FD3E3-6B75-4B34-A511-AE731788F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9A44EC-7E36-43E3-9840-F2E378511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9054FE-F02F-4569-BD74-0CF447532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BB79A9C-6A80-45FE-8072-47114F031F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98ED151-1458-4CB2-A80F-05E87255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C2D2-546C-48FD-A65A-29D035BA977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FD2FE7F-EF41-4767-850B-9DA01DF1E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D0AC011-4480-48C0-B145-4985F893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1F07-CD60-4307-BDEE-7F21FA78F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801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25956D-247D-4C82-889B-42D80E578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B9E01AB-E6E2-440E-847A-A34F39A59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C2D2-546C-48FD-A65A-29D035BA977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1B4F4CB-88CA-4A7B-8807-8BD5D1028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B77EF1-5E3D-48A2-9A38-186BEDA59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1F07-CD60-4307-BDEE-7F21FA78F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5134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F370399-2DBA-4534-B7BD-53F8881E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C2D2-546C-48FD-A65A-29D035BA977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DD95BD1-E1B0-4FB6-87C6-2C396FEB7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D56398-383D-4EF4-9B7F-4E9CA8630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1F07-CD60-4307-BDEE-7F21FA78F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730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29CC1A-2353-4C80-9090-B69AC7E6B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962EC7-5BE5-4C8D-8CCD-C5324B387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472DEF-18EB-42B2-9324-0BF5710BC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6D6DDC-95AE-4CBB-82CA-25D61F356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C2D2-546C-48FD-A65A-29D035BA977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8CAF66-A1CC-44AC-91DC-FD3A07470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5E1854-3A37-4CDD-80E2-226AC61A1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1F07-CD60-4307-BDEE-7F21FA78F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974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C32F4C-C61B-4112-937F-57A037F7C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B93B1FD-7FE8-4C15-B23C-E209062AB5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FE4457-E390-41AA-B9F2-DAC6F1127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605BAD-9EB4-4D16-AEB2-689D74063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C2D2-546C-48FD-A65A-29D035BA977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D1BECC-6883-44D5-8869-B96F6D516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FEAF6E-4916-4942-A10E-9E0E53982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1F07-CD60-4307-BDEE-7F21FA78F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84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C014C6-7B2B-4CF2-A3D8-657EBA0C9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CD3623-1EF7-4BCD-A994-700D9444B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0C86EB-B93A-4509-A7BA-E91151B0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C2D2-546C-48FD-A65A-29D035BA977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25D1B8-5E11-4252-BEA8-C3BD9260D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D1BD5C-C2CB-4C30-A8F2-FF2E95A84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1F07-CD60-4307-BDEE-7F21FA78F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644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36D7235-89CD-4FB2-B1D3-887F5B03D2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14BC29C-09B5-44F2-88C1-3D32F450E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805F12-9D36-47E5-A8F1-28355819F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C2D2-546C-48FD-A65A-29D035BA977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95CE76-3831-4B58-919D-43D617EC5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D4D62F-6F54-40AA-BA0A-2425BFDF2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1F07-CD60-4307-BDEE-7F21FA78F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445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A23C51-E472-4923-86E1-0D85C02CB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8FAFB5-C180-4280-8963-E07CFAF98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248524-8F7E-40D0-8DBB-BBAF33B84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AC2D2-546C-48FD-A65A-29D035BA977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8A183F-1374-4E93-91CF-787F39895E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A377CC-5795-4D85-B313-D545129DA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31F07-CD60-4307-BDEE-7F21FA78F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8469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1AF0F8-BADF-4E76-9D59-7B83162062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Игра </a:t>
            </a:r>
            <a:r>
              <a:rPr lang="en-US" dirty="0"/>
              <a:t>“</a:t>
            </a:r>
            <a:r>
              <a:rPr lang="ru-RU" dirty="0"/>
              <a:t>Сапер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CCD333F-D4CD-43DC-82F4-FD53BEAFE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2286" y="6052782"/>
            <a:ext cx="4571999" cy="446964"/>
          </a:xfrm>
        </p:spPr>
        <p:txBody>
          <a:bodyPr/>
          <a:lstStyle/>
          <a:p>
            <a:r>
              <a:rPr lang="ru-RU" dirty="0"/>
              <a:t>Киршин Артём, Морозова Дарья</a:t>
            </a:r>
          </a:p>
        </p:txBody>
      </p:sp>
    </p:spTree>
    <p:extLst>
      <p:ext uri="{BB962C8B-B14F-4D97-AF65-F5344CB8AC3E}">
        <p14:creationId xmlns:p14="http://schemas.microsoft.com/office/powerpoint/2010/main" val="2373050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76BB50-97C3-455D-AA39-3F5D7498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869FFA-71EE-491B-9B6D-6365DBB9E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Идея проекта – воссоздать игру сапер</a:t>
            </a:r>
          </a:p>
          <a:p>
            <a:r>
              <a:rPr lang="ru-RU" dirty="0"/>
              <a:t>Цель – Реализовать игру </a:t>
            </a:r>
            <a:r>
              <a:rPr lang="en-US" dirty="0"/>
              <a:t>“</a:t>
            </a:r>
            <a:r>
              <a:rPr lang="ru-RU" dirty="0"/>
              <a:t>Сапер</a:t>
            </a:r>
            <a:r>
              <a:rPr lang="en-US" dirty="0"/>
              <a:t>”</a:t>
            </a:r>
            <a:r>
              <a:rPr lang="ru-RU" dirty="0"/>
              <a:t>, при помощи ЯП </a:t>
            </a:r>
            <a:r>
              <a:rPr lang="en-US" dirty="0"/>
              <a:t>“Python”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8484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299B6-2964-4393-A60A-989520613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и 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AA8762-C2A3-47DC-B2C5-172E3A052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Проект написан на ЯП </a:t>
            </a:r>
            <a:r>
              <a:rPr lang="en-US" dirty="0"/>
              <a:t>“Python”, </a:t>
            </a:r>
            <a:r>
              <a:rPr lang="ru-RU" dirty="0"/>
              <a:t>при помощи библиотеки </a:t>
            </a:r>
            <a:r>
              <a:rPr lang="en-US" dirty="0"/>
              <a:t>arcade</a:t>
            </a:r>
            <a:br>
              <a:rPr lang="ru-RU" dirty="0"/>
            </a:br>
            <a:endParaRPr lang="en-US" dirty="0"/>
          </a:p>
          <a:p>
            <a:r>
              <a:rPr lang="ru-RU" dirty="0"/>
              <a:t>В проект реализованы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Файл </a:t>
            </a:r>
            <a:r>
              <a:rPr lang="en-US" dirty="0" err="1"/>
              <a:t>gui</a:t>
            </a:r>
            <a:r>
              <a:rPr lang="ru-RU" dirty="0"/>
              <a:t>, в котором написан интерфейс</a:t>
            </a:r>
            <a:br>
              <a:rPr lang="ru-RU" dirty="0"/>
            </a:br>
            <a:r>
              <a:rPr lang="ru-RU" dirty="0"/>
              <a:t>Файл </a:t>
            </a:r>
            <a:r>
              <a:rPr lang="en-US" dirty="0"/>
              <a:t>default</a:t>
            </a:r>
            <a:r>
              <a:rPr lang="ru-RU" dirty="0"/>
              <a:t>, в котором написан обычный режим</a:t>
            </a:r>
            <a:br>
              <a:rPr lang="ru-RU" dirty="0"/>
            </a:br>
            <a:r>
              <a:rPr lang="ru-RU" dirty="0"/>
              <a:t>Файл </a:t>
            </a:r>
            <a:r>
              <a:rPr lang="en-US" dirty="0" err="1"/>
              <a:t>On_time</a:t>
            </a:r>
            <a:r>
              <a:rPr lang="ru-RU" dirty="0"/>
              <a:t>, в котором </a:t>
            </a:r>
            <a:r>
              <a:rPr lang="ru-RU" dirty="0" err="1"/>
              <a:t>напиан</a:t>
            </a:r>
            <a:r>
              <a:rPr lang="ru-RU" dirty="0"/>
              <a:t> режим на время, в качестве таймера использован анимированный спрайт пингвина идущего в иглу</a:t>
            </a:r>
            <a:br>
              <a:rPr lang="ru-RU" dirty="0"/>
            </a:br>
            <a:r>
              <a:rPr lang="ru-RU" dirty="0"/>
              <a:t>Файл </a:t>
            </a:r>
            <a:r>
              <a:rPr lang="en-US" dirty="0"/>
              <a:t>big</a:t>
            </a:r>
            <a:r>
              <a:rPr lang="ru-RU" dirty="0"/>
              <a:t>, в котором реализовано большое поле с камерой</a:t>
            </a:r>
            <a:br>
              <a:rPr lang="ru-RU" dirty="0"/>
            </a:br>
            <a:r>
              <a:rPr lang="ru-RU" dirty="0"/>
              <a:t>Файл </a:t>
            </a:r>
            <a:r>
              <a:rPr lang="en-US" dirty="0"/>
              <a:t>database</a:t>
            </a:r>
            <a:r>
              <a:rPr lang="ru-RU" dirty="0"/>
              <a:t>, в котором написаны функции взаимодействия с БД</a:t>
            </a:r>
            <a:br>
              <a:rPr lang="ru-RU" dirty="0"/>
            </a:b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6304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78512C-421C-4E9C-A1AA-CE4C084F1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63BC12-8D99-498E-A98F-CDEC5F254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Проект работает, также можно его получше оптимизировать, добавить всякие режимы, улучшить 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34084957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127</Words>
  <Application>Microsoft Office PowerPoint</Application>
  <PresentationFormat>Широкоэкранный</PresentationFormat>
  <Paragraphs>9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Игра “Сапер”</vt:lpstr>
      <vt:lpstr>Презентация PowerPoint</vt:lpstr>
      <vt:lpstr>Реализация и технологии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Игра “Сапер”</dc:title>
  <dc:creator>Артём Киршин</dc:creator>
  <cp:lastModifiedBy>Артём Киршин</cp:lastModifiedBy>
  <cp:revision>1</cp:revision>
  <dcterms:created xsi:type="dcterms:W3CDTF">2026-02-07T11:01:33Z</dcterms:created>
  <dcterms:modified xsi:type="dcterms:W3CDTF">2026-02-07T11:41:17Z</dcterms:modified>
</cp:coreProperties>
</file>